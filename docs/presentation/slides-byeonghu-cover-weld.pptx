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2.svg" ContentType="image/svg+xml"/>
  <Override PartName="/ppt/media/image34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696" y="10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[용접 성사 시 표지] 안녕하십니까, weld-made 팀장 박병후입니다. 저희는 로봇이 카메라나 추가 센서 없이 부재를 직접 만져서 형상을 알아내고, 그 결과로 용접선 후보를 만드는 협동로봇 시스템을 만들었습니다. 장비는 두산 M0609 와 RG2 그리퍼, 그리고 그리퍼가 쥔 탐침 하나입니다. 개요와 진행 방식은 제가 먼저 말씀드리고, 모듈별 내용은 담당자가 이어서 설명하겠습니다.</a:t>
            </a:r>
          </a:p>
          <a:p>
            <a:r>
              <a:t>[합치기 체크] 제목에 "용접"이 들어가는 곳이다. 기본 표지는 용접을 뺀 제목("접촉 탐색으로 용접선 후보를 찾는 협동로봇 시스템"). 9/29 에 용접이 성사되면 slides-byeonghu-cover-weld.pptx 의 표지(원래 제목 "접촉 탐색으로 용접선을 찾아 용접하는 협동로봇 시스템")로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3" Type="http://schemas.openxmlformats.org/officeDocument/2006/relationships/image" Target="../media/image32.svg"/><Relationship Id="rId4" Type="http://schemas.openxmlformats.org/officeDocument/2006/relationships/image" Target="../media/image18.png"/><Relationship Id="rId5" Type="http://schemas.openxmlformats.org/officeDocument/2006/relationships/image" Target="../media/image34.svg"/><Relationship Id="rId6" Type="http://schemas.openxmlformats.org/officeDocument/2006/relationships/image" Target="../media/image19.png"/><Relationship Id="rId9" Type="http://schemas.openxmlformats.org/officeDocument/2006/relationships/notesSlide" Target="../notesSlides/notesSlide1.xml"/><Relationship Id="rId10" Type="http://schemas.openxmlformats.org/officeDocument/2006/relationships/image" Target="../media/image39.svg"/><Relationship Id="rId11" Type="http://schemas.openxmlformats.org/officeDocument/2006/relationships/image" Target="../media/image20.png"/><Relationship Id="rId12" Type="http://schemas.openxmlformats.org/officeDocument/2006/relationships/image" Target="../media/image41.svg"/><Relationship Id="rId13" Type="http://schemas.openxmlformats.org/officeDocument/2006/relationships/image" Target="../media/image21.png"/><Relationship Id="rId14" Type="http://schemas.openxmlformats.org/officeDocument/2006/relationships/image" Target="../media/image43.svg"/><Relationship Id="rId15" Type="http://schemas.openxmlformats.org/officeDocument/2006/relationships/image" Target="../media/image22.png"/><Relationship Id="rId16" Type="http://schemas.openxmlformats.org/officeDocument/2006/relationships/image" Target="../media/image45.svg"/><Relationship Id="rId17" Type="http://schemas.openxmlformats.org/officeDocument/2006/relationships/image" Target="../media/image23.png"/><Relationship Id="rId18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4061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[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두산로보틱스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]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지능형 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로보틱스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엔지니어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접촉 탐색으로 용접선을 찾아 용접하는 협동로봇 시스템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/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weld-made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박병후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김학민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남현지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정의석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이일주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706</Words>
  <Application>Microsoft Office PowerPoint</Application>
  <PresentationFormat>와이드스크린</PresentationFormat>
  <Paragraphs>168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Pretendard SemiBold</vt:lpstr>
      <vt:lpstr>굴림체</vt:lpstr>
      <vt:lpstr>맑은 고딕</vt:lpstr>
      <vt:lpstr>맑은 고딕 Semilight</vt:lpstr>
      <vt:lpstr>세방고딕 Bold</vt:lpstr>
      <vt:lpstr>세방고딕 Regular</vt:lpstr>
      <vt:lpstr>휴먼둥근헤드라인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User</cp:lastModifiedBy>
  <cp:revision>24</cp:revision>
  <dcterms:created xsi:type="dcterms:W3CDTF">2023-12-20T03:00:25Z</dcterms:created>
  <dcterms:modified xsi:type="dcterms:W3CDTF">2025-05-13T06:58:10Z</dcterms:modified>
</cp:coreProperties>
</file>