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2.svg" ContentType="image/svg+xml"/>
  <Override PartName="/ppt/media/image34.svg" ContentType="image/svg+xml"/>
  <Override PartName="/ppt/media/image39.svg" ContentType="image/svg+xml"/>
  <Override PartName="/ppt/media/image41.svg" ContentType="image/svg+xml"/>
  <Override PartName="/ppt/media/image43.svg" ContentType="image/svg+xml"/>
  <Override PartName="/ppt/media/image45.svg" ContentType="image/svg+xml"/>
  <Override PartName="/ppt/media/image4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9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70" userDrawn="1">
          <p15:clr>
            <a:srgbClr val="A4A3A4"/>
          </p15:clr>
        </p15:guide>
        <p15:guide id="2" pos="325" userDrawn="1">
          <p15:clr>
            <a:srgbClr val="A4A3A4"/>
          </p15:clr>
        </p15:guide>
        <p15:guide id="3" pos="7401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5" orient="horz" pos="40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129" autoAdjust="0"/>
    <p:restoredTop sz="94660"/>
  </p:normalViewPr>
  <p:slideViewPr>
    <p:cSldViewPr showGuides="1">
      <p:cViewPr varScale="1">
        <p:scale>
          <a:sx n="114" d="100"/>
          <a:sy n="114" d="100"/>
        </p:scale>
        <p:origin x="696" y="108"/>
      </p:cViewPr>
      <p:guideLst>
        <p:guide orient="horz" pos="1570"/>
        <p:guide pos="325"/>
        <p:guide pos="7401"/>
        <p:guide pos="3840"/>
        <p:guide orient="horz" pos="40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[용접 성사 시 표지] 안녕하십니까, weld-made 팀장 박병후입니다. 저희는 로봇이 카메라나 추가 센서 없이 부재를 직접 만져서 형상을 알아내고, 그 결과로 용접선 후보를 만드는 협동로봇 시스템을 만들었습니다. 장비는 두산 M0609 와 RG2 그리퍼, 그리고 그리퍼가 쥔 탐침 하나입니다. 개요와 진행 방식은 제가 먼저 말씀드리고, 모듈별 내용은 담당자가 이어서 설명하겠습니다.</a:t>
            </a:r>
          </a:p>
          <a:p>
            <a:r>
              <a:t>[합치기 체크] 제목에 "용접"이 들어가는 곳이다. 기본 표지는 용접을 뺀 제목("접촉 탐색으로 용접선 후보를 찾는 협동로봇 시스템"). 9/29 에 용접이 성사되면 slides-byeonghu-cover-weld.pptx 의 표지(원래 제목 "접촉 탐색으로 용접선을 찾아 용접하는 협동로봇 시스템")로 바꾼다.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44013C-7378-DC31-F4ED-B46CA8F5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76F071-3481-0CC2-1BB9-C4D9A74B03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B610C4-EDCA-811A-CF06-40D184F4C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FDF065-82AC-E640-093E-9FEA2942B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E5C52C-1AEA-EBB1-9B82-84E44E1FB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77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DB432-EAD5-0CA6-D965-3752DE0AB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25EC77-7408-6520-DCAF-3C9B1B79D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3DAE9B-E46C-F5BE-645F-D6291220A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687A4E-3016-B306-CD2F-AFDD977E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B4D866-21EF-2E55-3B47-B360DCA52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2320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0473F-A5C5-5C8C-4FD2-D1DBD8BCA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EF7B6A-6A80-1816-89F7-DCEEC7216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356DF7-BB7A-5D84-C7A2-EA89039F2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437239-72B5-86D6-735B-8518AFB64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421596-53F4-89AF-FAB9-074AB8F95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30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A0FD40-CBE2-BC63-8E2D-B448DBB03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E86938-4402-AE48-3657-90C063A48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CC3CA31-F616-786B-7DA2-660650A17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906531-4539-559E-95E1-731FCC357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F6AF8E-3176-55EB-B7B1-C7C341821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E228E95-121C-6FB7-E60F-817D9088A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6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A25C6-60CB-64C6-7657-0DC50FA6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0342A-6E03-4A86-7563-24A881B6B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A5125C8-EF47-0BBD-133E-858DE0B30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E31DF1A-A24A-9645-0BD2-FE2B277929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0A206-5CE6-11EE-BDA7-390D85C8DB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3A2E132-BFCA-FAF5-53F0-A1D388FA7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9464187-404B-176C-CDC6-2836B4DD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DD2E746-A421-B21D-E16E-06D48764C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402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48684-EA1E-6FC0-148A-F24EE687E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9319F2-5E8B-FB8E-1859-85138954C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6501846-9DA8-CC3F-B17F-9D8073F5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8BCA64-4FC8-4CF4-55BB-CF4FBB37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608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97D02B-85D1-121E-41B2-25E146AAC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C24959-43CE-0F3B-D945-976A7540B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0E18F8-7AE0-0A54-625B-105AC7CD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78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1D68DC-72E3-4FF1-D019-E81F30077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6C3084-BFA0-C0D0-5B0B-79D12AC66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0468EC-D5A6-7D0F-138F-2490D46CA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9930B80-8225-BAAF-3C4A-A30DA789F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7FE4298-D6F6-5261-B063-6B445A63F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931DBFA-CEE3-843C-9743-B9DB0D61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421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2007E0-7B9A-3FEE-94D8-8EB9D29A1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3CBC970-BA98-05D5-4501-CC3D119A59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BF5971-8BB5-D74E-D6A1-055291CB4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59E5CA-476A-B8E2-8D9F-D1705BE8C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99DDE8B-9AAF-CEEA-D986-698DF5068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A2EBFF-5594-6173-C36D-B41307CCD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216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224B62-1CCE-2109-890A-B8A14002B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C1D3EBD-0EDF-09DA-C673-5761B13D4D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7A4A84-E915-4790-C063-9137D31C2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4CC9E-ECCD-1907-FBDB-4E99CB560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5CFEB-E7E9-1965-A08E-C58CEB0A6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84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7F9625E-D84F-A608-2BF0-57CE6EC9F5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4E5686C-6158-23F3-8F8E-E4C40CA08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42BFE3-F9DD-C38D-29D5-82E06B6AD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B9B458-CCEE-F954-78F1-B71BB1528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3ACFE7-3E2F-8807-4905-2E7642B0B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146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55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E8E3A2E-1BAF-46D3-7BEB-B138289565DE}"/>
              </a:ext>
            </a:extLst>
          </p:cNvPr>
          <p:cNvSpPr/>
          <p:nvPr userDrawn="1"/>
        </p:nvSpPr>
        <p:spPr>
          <a:xfrm>
            <a:off x="0" y="229568"/>
            <a:ext cx="12192000" cy="3120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73F9E-8D1A-CE6F-F02E-4A2C485B307D}"/>
              </a:ext>
            </a:extLst>
          </p:cNvPr>
          <p:cNvSpPr txBox="1"/>
          <p:nvPr userDrawn="1"/>
        </p:nvSpPr>
        <p:spPr>
          <a:xfrm>
            <a:off x="7635810" y="6601849"/>
            <a:ext cx="346392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1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2024</a:t>
            </a:r>
            <a:r>
              <a:rPr lang="ko-KR" altLang="en-US" sz="1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년도 </a:t>
            </a:r>
            <a:r>
              <a:rPr lang="ko-KR" altLang="en-US" sz="1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프로젝트평가 훈련기관 신청안내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D8DCB8-9B75-7CF9-7713-9B5345DBB23B}"/>
              </a:ext>
            </a:extLst>
          </p:cNvPr>
          <p:cNvSpPr txBox="1"/>
          <p:nvPr userDrawn="1"/>
        </p:nvSpPr>
        <p:spPr>
          <a:xfrm>
            <a:off x="9005162" y="6594154"/>
            <a:ext cx="2754994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algn="r" defTabSz="914400" rtl="0" eaLnBrk="1" latinLnBrk="1" hangingPunct="1"/>
            <a:fld id="{5426B8F6-3B26-4B2F-9C3C-1E76C1EF5307}" type="slidenum">
              <a:rPr lang="ko-KR" altLang="en-US" sz="1000" kern="120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  <a:cs typeface="+mn-cs"/>
              </a:rPr>
              <a:pPr marL="0" algn="r" defTabSz="914400" rtl="0" eaLnBrk="1" latinLnBrk="1" hangingPunct="1"/>
              <a:t>‹#›</a:t>
            </a:fld>
            <a:endParaRPr lang="ko-KR" altLang="en-US" sz="1000" kern="12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18308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42">
          <p15:clr>
            <a:srgbClr val="FBAE40"/>
          </p15:clr>
        </p15:guide>
        <p15:guide id="2" pos="393">
          <p15:clr>
            <a:srgbClr val="FBAE40"/>
          </p15:clr>
        </p15:guide>
        <p15:guide id="3" pos="7287">
          <p15:clr>
            <a:srgbClr val="FBAE40"/>
          </p15:clr>
        </p15:guide>
        <p15:guide id="4" orient="horz" pos="1094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C5A77C7-A655-F1A4-880A-C617304AC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D0EEBC-2EED-2FC9-65F6-082EEBC4A7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FCCA73-267C-FD7A-C97B-001EC7FC7C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61153F-6875-29FF-F12F-3F96ADD659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AB6F47-B663-25BC-D896-1BCD76A3E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8378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7.png"/><Relationship Id="rId3" Type="http://schemas.openxmlformats.org/officeDocument/2006/relationships/image" Target="../media/image32.svg"/><Relationship Id="rId4" Type="http://schemas.openxmlformats.org/officeDocument/2006/relationships/image" Target="../media/image18.png"/><Relationship Id="rId5" Type="http://schemas.openxmlformats.org/officeDocument/2006/relationships/image" Target="../media/image34.svg"/><Relationship Id="rId6" Type="http://schemas.openxmlformats.org/officeDocument/2006/relationships/image" Target="../media/image19.png"/><Relationship Id="rId9" Type="http://schemas.openxmlformats.org/officeDocument/2006/relationships/notesSlide" Target="../notesSlides/notesSlide1.xml"/><Relationship Id="rId10" Type="http://schemas.openxmlformats.org/officeDocument/2006/relationships/image" Target="../media/image39.svg"/><Relationship Id="rId11" Type="http://schemas.openxmlformats.org/officeDocument/2006/relationships/image" Target="../media/image20.png"/><Relationship Id="rId12" Type="http://schemas.openxmlformats.org/officeDocument/2006/relationships/image" Target="../media/image41.svg"/><Relationship Id="rId13" Type="http://schemas.openxmlformats.org/officeDocument/2006/relationships/image" Target="../media/image21.png"/><Relationship Id="rId14" Type="http://schemas.openxmlformats.org/officeDocument/2006/relationships/image" Target="../media/image43.svg"/><Relationship Id="rId15" Type="http://schemas.openxmlformats.org/officeDocument/2006/relationships/image" Target="../media/image22.png"/><Relationship Id="rId16" Type="http://schemas.openxmlformats.org/officeDocument/2006/relationships/image" Target="../media/image45.svg"/><Relationship Id="rId17" Type="http://schemas.openxmlformats.org/officeDocument/2006/relationships/image" Target="../media/image23.png"/><Relationship Id="rId18" Type="http://schemas.openxmlformats.org/officeDocument/2006/relationships/image" Target="../media/image4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래픽 40">
            <a:extLst>
              <a:ext uri="{FF2B5EF4-FFF2-40B4-BE49-F238E27FC236}">
                <a16:creationId xmlns:a16="http://schemas.microsoft.com/office/drawing/2014/main" id="{377B7F54-DA4F-B3D9-04F9-D2EBDE1BC0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9" name="그래픽 88">
            <a:extLst>
              <a:ext uri="{FF2B5EF4-FFF2-40B4-BE49-F238E27FC236}">
                <a16:creationId xmlns:a16="http://schemas.microsoft.com/office/drawing/2014/main" id="{74114B4B-F496-60FE-9596-E6AE560E9DC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rcRect t="37985" r="48349"/>
          <a:stretch/>
        </p:blipFill>
        <p:spPr>
          <a:xfrm>
            <a:off x="10333589" y="-1"/>
            <a:ext cx="1858411" cy="2170297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6BB7F9CF-D2E8-11E8-C21E-3BFA51F0BBAB}"/>
              </a:ext>
            </a:extLst>
          </p:cNvPr>
          <p:cNvGrpSpPr/>
          <p:nvPr/>
        </p:nvGrpSpPr>
        <p:grpSpPr>
          <a:xfrm>
            <a:off x="4367809" y="1370504"/>
            <a:ext cx="7115886" cy="1793451"/>
            <a:chOff x="6747213" y="1370504"/>
            <a:chExt cx="4736481" cy="179345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829A270-96EA-F97C-E5A6-A95390C1A2BA}"/>
                </a:ext>
              </a:extLst>
            </p:cNvPr>
            <p:cNvSpPr txBox="1"/>
            <p:nvPr/>
          </p:nvSpPr>
          <p:spPr>
            <a:xfrm>
              <a:off x="6784188" y="1370504"/>
              <a:ext cx="40610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[</a:t>
              </a:r>
              <a:r>
                <a:rPr lang="ko-KR" altLang="en-US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두산로보틱스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]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지능형 </a:t>
              </a:r>
              <a:r>
                <a:rPr lang="ko-KR" altLang="en-US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로보틱스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 엔지니어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673C8D9-CE6D-AA17-08C5-62EEC7375D4E}"/>
                </a:ext>
              </a:extLst>
            </p:cNvPr>
            <p:cNvSpPr txBox="1"/>
            <p:nvPr/>
          </p:nvSpPr>
          <p:spPr>
            <a:xfrm>
              <a:off x="6747213" y="1809738"/>
              <a:ext cx="4736481" cy="135421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접촉 탐색으로 용접선을 찾아 용접하는 협동로봇 시스템</a:t>
              </a:r>
              <a:r>
                <a:rPr lang="en-US" altLang="ko-KR" sz="4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/>
              </a:r>
              <a:br>
                <a:rPr lang="en-US" altLang="ko-KR" sz="4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</a:br>
              <a:r>
                <a:rPr lang="en-US" altLang="ko-KR" sz="4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/>
              </a:r>
              <a:r>
                <a:rPr lang="ko-KR" altLang="en-US" sz="4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/>
              </a:r>
              <a:r>
                <a:rPr lang="en-US" altLang="ko-KR" sz="4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/>
              </a:r>
              <a:endParaRPr lang="ko-KR" altLang="en-US" sz="4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C6A9F18-1841-DEC0-E8F7-05B5795B476E}"/>
              </a:ext>
            </a:extLst>
          </p:cNvPr>
          <p:cNvSpPr txBox="1"/>
          <p:nvPr/>
        </p:nvSpPr>
        <p:spPr>
          <a:xfrm>
            <a:off x="0" y="0"/>
            <a:ext cx="12192000" cy="430886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600" b="1" spc="6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K-Digital Training</a:t>
            </a:r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83" name="그래픽 82">
            <a:extLst>
              <a:ext uri="{FF2B5EF4-FFF2-40B4-BE49-F238E27FC236}">
                <a16:creationId xmlns:a16="http://schemas.microsoft.com/office/drawing/2014/main" id="{C8CDCDEF-234C-3475-E28B-71872D494B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=""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160030" y="3915155"/>
            <a:ext cx="7469973" cy="3682727"/>
          </a:xfrm>
          <a:prstGeom prst="rect">
            <a:avLst/>
          </a:prstGeom>
        </p:spPr>
      </p:pic>
      <p:pic>
        <p:nvPicPr>
          <p:cNvPr id="35" name="그래픽 34">
            <a:extLst>
              <a:ext uri="{FF2B5EF4-FFF2-40B4-BE49-F238E27FC236}">
                <a16:creationId xmlns:a16="http://schemas.microsoft.com/office/drawing/2014/main" id="{0D726EA1-BE16-120A-6ADB-5C5AB1216AC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="" xmlns:asvg="http://schemas.microsoft.com/office/drawing/2016/SVG/main" r:embed="rId12"/>
              </a:ext>
            </a:extLst>
          </a:blip>
          <a:srcRect l="21662" t="1" b="17379"/>
          <a:stretch/>
        </p:blipFill>
        <p:spPr>
          <a:xfrm>
            <a:off x="0" y="1229667"/>
            <a:ext cx="6616357" cy="5641295"/>
          </a:xfrm>
          <a:prstGeom prst="rect">
            <a:avLst/>
          </a:prstGeom>
        </p:spPr>
      </p:pic>
      <p:grpSp>
        <p:nvGrpSpPr>
          <p:cNvPr id="47" name="그룹 46">
            <a:extLst>
              <a:ext uri="{FF2B5EF4-FFF2-40B4-BE49-F238E27FC236}">
                <a16:creationId xmlns:a16="http://schemas.microsoft.com/office/drawing/2014/main" id="{483AC635-D27B-44AF-C252-C231B6D1D76F}"/>
              </a:ext>
            </a:extLst>
          </p:cNvPr>
          <p:cNvGrpSpPr/>
          <p:nvPr/>
        </p:nvGrpSpPr>
        <p:grpSpPr>
          <a:xfrm>
            <a:off x="396381" y="2177346"/>
            <a:ext cx="1047217" cy="1047469"/>
            <a:chOff x="251139" y="1723399"/>
            <a:chExt cx="1047217" cy="1047469"/>
          </a:xfrm>
        </p:grpSpPr>
        <p:sp>
          <p:nvSpPr>
            <p:cNvPr id="45" name="자유형: 도형 44">
              <a:extLst>
                <a:ext uri="{FF2B5EF4-FFF2-40B4-BE49-F238E27FC236}">
                  <a16:creationId xmlns:a16="http://schemas.microsoft.com/office/drawing/2014/main" id="{A355785C-5147-8E5C-8C08-D78A66EB5980}"/>
                </a:ext>
              </a:extLst>
            </p:cNvPr>
            <p:cNvSpPr/>
            <p:nvPr/>
          </p:nvSpPr>
          <p:spPr>
            <a:xfrm>
              <a:off x="251139" y="1723399"/>
              <a:ext cx="1047217" cy="1047469"/>
            </a:xfrm>
            <a:custGeom>
              <a:avLst/>
              <a:gdLst>
                <a:gd name="connsiteX0" fmla="*/ 1047155 w 1047217"/>
                <a:gd name="connsiteY0" fmla="*/ 563441 h 1047469"/>
                <a:gd name="connsiteX1" fmla="*/ 1047155 w 1047217"/>
                <a:gd name="connsiteY1" fmla="*/ 483903 h 1047469"/>
                <a:gd name="connsiteX2" fmla="*/ 992095 w 1047217"/>
                <a:gd name="connsiteY2" fmla="*/ 428842 h 1047469"/>
                <a:gd name="connsiteX3" fmla="*/ 942257 w 1047217"/>
                <a:gd name="connsiteY3" fmla="*/ 428842 h 1047469"/>
                <a:gd name="connsiteX4" fmla="*/ 889651 w 1047217"/>
                <a:gd name="connsiteY4" fmla="*/ 391967 h 1047469"/>
                <a:gd name="connsiteX5" fmla="*/ 875555 w 1047217"/>
                <a:gd name="connsiteY5" fmla="*/ 356666 h 1047469"/>
                <a:gd name="connsiteX6" fmla="*/ 886127 w 1047217"/>
                <a:gd name="connsiteY6" fmla="*/ 295250 h 1047469"/>
                <a:gd name="connsiteX7" fmla="*/ 921995 w 1047217"/>
                <a:gd name="connsiteY7" fmla="*/ 259382 h 1047469"/>
                <a:gd name="connsiteX8" fmla="*/ 921995 w 1047217"/>
                <a:gd name="connsiteY8" fmla="*/ 181479 h 1047469"/>
                <a:gd name="connsiteX9" fmla="*/ 865739 w 1047217"/>
                <a:gd name="connsiteY9" fmla="*/ 125223 h 1047469"/>
                <a:gd name="connsiteX10" fmla="*/ 787836 w 1047217"/>
                <a:gd name="connsiteY10" fmla="*/ 125223 h 1047469"/>
                <a:gd name="connsiteX11" fmla="*/ 755870 w 1047217"/>
                <a:gd name="connsiteY11" fmla="*/ 157190 h 1047469"/>
                <a:gd name="connsiteX12" fmla="*/ 692692 w 1047217"/>
                <a:gd name="connsiteY12" fmla="*/ 167698 h 1047469"/>
                <a:gd name="connsiteX13" fmla="*/ 653866 w 1047217"/>
                <a:gd name="connsiteY13" fmla="*/ 150897 h 1047469"/>
                <a:gd name="connsiteX14" fmla="*/ 618439 w 1047217"/>
                <a:gd name="connsiteY14" fmla="*/ 99486 h 1047469"/>
                <a:gd name="connsiteX15" fmla="*/ 618439 w 1047217"/>
                <a:gd name="connsiteY15" fmla="*/ 55060 h 1047469"/>
                <a:gd name="connsiteX16" fmla="*/ 563378 w 1047217"/>
                <a:gd name="connsiteY16" fmla="*/ 0 h 1047469"/>
                <a:gd name="connsiteX17" fmla="*/ 483840 w 1047217"/>
                <a:gd name="connsiteY17" fmla="*/ 0 h 1047469"/>
                <a:gd name="connsiteX18" fmla="*/ 428779 w 1047217"/>
                <a:gd name="connsiteY18" fmla="*/ 55060 h 1047469"/>
                <a:gd name="connsiteX19" fmla="*/ 428779 w 1047217"/>
                <a:gd name="connsiteY19" fmla="*/ 95522 h 1047469"/>
                <a:gd name="connsiteX20" fmla="*/ 391904 w 1047217"/>
                <a:gd name="connsiteY20" fmla="*/ 147499 h 1047469"/>
                <a:gd name="connsiteX21" fmla="*/ 349555 w 1047217"/>
                <a:gd name="connsiteY21" fmla="*/ 164615 h 1047469"/>
                <a:gd name="connsiteX22" fmla="*/ 287636 w 1047217"/>
                <a:gd name="connsiteY22" fmla="*/ 153540 h 1047469"/>
                <a:gd name="connsiteX23" fmla="*/ 259382 w 1047217"/>
                <a:gd name="connsiteY23" fmla="*/ 125286 h 1047469"/>
                <a:gd name="connsiteX24" fmla="*/ 181479 w 1047217"/>
                <a:gd name="connsiteY24" fmla="*/ 125286 h 1047469"/>
                <a:gd name="connsiteX25" fmla="*/ 125223 w 1047217"/>
                <a:gd name="connsiteY25" fmla="*/ 181542 h 1047469"/>
                <a:gd name="connsiteX26" fmla="*/ 125223 w 1047217"/>
                <a:gd name="connsiteY26" fmla="*/ 259445 h 1047469"/>
                <a:gd name="connsiteX27" fmla="*/ 152785 w 1047217"/>
                <a:gd name="connsiteY27" fmla="*/ 287006 h 1047469"/>
                <a:gd name="connsiteX28" fmla="*/ 163734 w 1047217"/>
                <a:gd name="connsiteY28" fmla="*/ 349240 h 1047469"/>
                <a:gd name="connsiteX29" fmla="*/ 146052 w 1047217"/>
                <a:gd name="connsiteY29" fmla="*/ 392345 h 1047469"/>
                <a:gd name="connsiteX30" fmla="*/ 94201 w 1047217"/>
                <a:gd name="connsiteY30" fmla="*/ 428905 h 1047469"/>
                <a:gd name="connsiteX31" fmla="*/ 55060 w 1047217"/>
                <a:gd name="connsiteY31" fmla="*/ 428905 h 1047469"/>
                <a:gd name="connsiteX32" fmla="*/ 0 w 1047217"/>
                <a:gd name="connsiteY32" fmla="*/ 483965 h 1047469"/>
                <a:gd name="connsiteX33" fmla="*/ 0 w 1047217"/>
                <a:gd name="connsiteY33" fmla="*/ 563504 h 1047469"/>
                <a:gd name="connsiteX34" fmla="*/ 55060 w 1047217"/>
                <a:gd name="connsiteY34" fmla="*/ 618565 h 1047469"/>
                <a:gd name="connsiteX35" fmla="*/ 96781 w 1047217"/>
                <a:gd name="connsiteY35" fmla="*/ 618565 h 1047469"/>
                <a:gd name="connsiteX36" fmla="*/ 148254 w 1047217"/>
                <a:gd name="connsiteY36" fmla="*/ 654118 h 1047469"/>
                <a:gd name="connsiteX37" fmla="*/ 165748 w 1047217"/>
                <a:gd name="connsiteY37" fmla="*/ 694894 h 1047469"/>
                <a:gd name="connsiteX38" fmla="*/ 155239 w 1047217"/>
                <a:gd name="connsiteY38" fmla="*/ 758009 h 1047469"/>
                <a:gd name="connsiteX39" fmla="*/ 125223 w 1047217"/>
                <a:gd name="connsiteY39" fmla="*/ 788025 h 1047469"/>
                <a:gd name="connsiteX40" fmla="*/ 125223 w 1047217"/>
                <a:gd name="connsiteY40" fmla="*/ 865928 h 1047469"/>
                <a:gd name="connsiteX41" fmla="*/ 181479 w 1047217"/>
                <a:gd name="connsiteY41" fmla="*/ 922184 h 1047469"/>
                <a:gd name="connsiteX42" fmla="*/ 259382 w 1047217"/>
                <a:gd name="connsiteY42" fmla="*/ 922184 h 1047469"/>
                <a:gd name="connsiteX43" fmla="*/ 292733 w 1047217"/>
                <a:gd name="connsiteY43" fmla="*/ 888833 h 1047469"/>
                <a:gd name="connsiteX44" fmla="*/ 355218 w 1047217"/>
                <a:gd name="connsiteY44" fmla="*/ 878072 h 1047469"/>
                <a:gd name="connsiteX45" fmla="*/ 391149 w 1047217"/>
                <a:gd name="connsiteY45" fmla="*/ 892357 h 1047469"/>
                <a:gd name="connsiteX46" fmla="*/ 428779 w 1047217"/>
                <a:gd name="connsiteY46" fmla="*/ 943956 h 1047469"/>
                <a:gd name="connsiteX47" fmla="*/ 428779 w 1047217"/>
                <a:gd name="connsiteY47" fmla="*/ 992409 h 1047469"/>
                <a:gd name="connsiteX48" fmla="*/ 483840 w 1047217"/>
                <a:gd name="connsiteY48" fmla="*/ 1047470 h 1047469"/>
                <a:gd name="connsiteX49" fmla="*/ 563378 w 1047217"/>
                <a:gd name="connsiteY49" fmla="*/ 1047470 h 1047469"/>
                <a:gd name="connsiteX50" fmla="*/ 618439 w 1047217"/>
                <a:gd name="connsiteY50" fmla="*/ 992409 h 1047469"/>
                <a:gd name="connsiteX51" fmla="*/ 618439 w 1047217"/>
                <a:gd name="connsiteY51" fmla="*/ 939992 h 1047469"/>
                <a:gd name="connsiteX52" fmla="*/ 654621 w 1047217"/>
                <a:gd name="connsiteY52" fmla="*/ 888896 h 1047469"/>
                <a:gd name="connsiteX53" fmla="*/ 688853 w 1047217"/>
                <a:gd name="connsiteY53" fmla="*/ 874360 h 1047469"/>
                <a:gd name="connsiteX54" fmla="*/ 751024 w 1047217"/>
                <a:gd name="connsiteY54" fmla="*/ 885372 h 1047469"/>
                <a:gd name="connsiteX55" fmla="*/ 787899 w 1047217"/>
                <a:gd name="connsiteY55" fmla="*/ 922247 h 1047469"/>
                <a:gd name="connsiteX56" fmla="*/ 865802 w 1047217"/>
                <a:gd name="connsiteY56" fmla="*/ 922247 h 1047469"/>
                <a:gd name="connsiteX57" fmla="*/ 922058 w 1047217"/>
                <a:gd name="connsiteY57" fmla="*/ 865990 h 1047469"/>
                <a:gd name="connsiteX58" fmla="*/ 922058 w 1047217"/>
                <a:gd name="connsiteY58" fmla="*/ 788088 h 1047469"/>
                <a:gd name="connsiteX59" fmla="*/ 884428 w 1047217"/>
                <a:gd name="connsiteY59" fmla="*/ 750458 h 1047469"/>
                <a:gd name="connsiteX60" fmla="*/ 873290 w 1047217"/>
                <a:gd name="connsiteY60" fmla="*/ 688602 h 1047469"/>
                <a:gd name="connsiteX61" fmla="*/ 887511 w 1047217"/>
                <a:gd name="connsiteY61" fmla="*/ 654621 h 1047469"/>
                <a:gd name="connsiteX62" fmla="*/ 939803 w 1047217"/>
                <a:gd name="connsiteY62" fmla="*/ 618628 h 1047469"/>
                <a:gd name="connsiteX63" fmla="*/ 992158 w 1047217"/>
                <a:gd name="connsiteY63" fmla="*/ 618628 h 1047469"/>
                <a:gd name="connsiteX64" fmla="*/ 1047218 w 1047217"/>
                <a:gd name="connsiteY64" fmla="*/ 563567 h 1047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1047217" h="1047469">
                  <a:moveTo>
                    <a:pt x="1047155" y="563441"/>
                  </a:moveTo>
                  <a:lnTo>
                    <a:pt x="1047155" y="483903"/>
                  </a:lnTo>
                  <a:cubicBezTo>
                    <a:pt x="1047155" y="453509"/>
                    <a:pt x="1022488" y="428842"/>
                    <a:pt x="992095" y="428842"/>
                  </a:cubicBezTo>
                  <a:lnTo>
                    <a:pt x="942257" y="428842"/>
                  </a:lnTo>
                  <a:cubicBezTo>
                    <a:pt x="918723" y="428842"/>
                    <a:pt x="897328" y="414243"/>
                    <a:pt x="889651" y="391967"/>
                  </a:cubicBezTo>
                  <a:cubicBezTo>
                    <a:pt x="885498" y="379948"/>
                    <a:pt x="880778" y="368181"/>
                    <a:pt x="875555" y="356666"/>
                  </a:cubicBezTo>
                  <a:cubicBezTo>
                    <a:pt x="866053" y="335900"/>
                    <a:pt x="869955" y="311422"/>
                    <a:pt x="886127" y="295250"/>
                  </a:cubicBezTo>
                  <a:lnTo>
                    <a:pt x="921995" y="259382"/>
                  </a:lnTo>
                  <a:cubicBezTo>
                    <a:pt x="943516" y="237861"/>
                    <a:pt x="943516" y="203000"/>
                    <a:pt x="921995" y="181479"/>
                  </a:cubicBezTo>
                  <a:lnTo>
                    <a:pt x="865739" y="125223"/>
                  </a:lnTo>
                  <a:cubicBezTo>
                    <a:pt x="844218" y="103702"/>
                    <a:pt x="809357" y="103702"/>
                    <a:pt x="787836" y="125223"/>
                  </a:cubicBezTo>
                  <a:lnTo>
                    <a:pt x="755870" y="157190"/>
                  </a:lnTo>
                  <a:cubicBezTo>
                    <a:pt x="739194" y="173865"/>
                    <a:pt x="713772" y="178144"/>
                    <a:pt x="692692" y="167698"/>
                  </a:cubicBezTo>
                  <a:cubicBezTo>
                    <a:pt x="680106" y="161406"/>
                    <a:pt x="667144" y="155805"/>
                    <a:pt x="653866" y="150897"/>
                  </a:cubicBezTo>
                  <a:cubicBezTo>
                    <a:pt x="632471" y="142968"/>
                    <a:pt x="618439" y="122266"/>
                    <a:pt x="618439" y="99486"/>
                  </a:cubicBezTo>
                  <a:lnTo>
                    <a:pt x="618439" y="55060"/>
                  </a:lnTo>
                  <a:cubicBezTo>
                    <a:pt x="618439" y="24667"/>
                    <a:pt x="593772" y="0"/>
                    <a:pt x="563378" y="0"/>
                  </a:cubicBezTo>
                  <a:lnTo>
                    <a:pt x="483840" y="0"/>
                  </a:lnTo>
                  <a:cubicBezTo>
                    <a:pt x="453446" y="0"/>
                    <a:pt x="428779" y="24667"/>
                    <a:pt x="428779" y="55060"/>
                  </a:cubicBezTo>
                  <a:lnTo>
                    <a:pt x="428779" y="95522"/>
                  </a:lnTo>
                  <a:cubicBezTo>
                    <a:pt x="428779" y="118931"/>
                    <a:pt x="414054" y="140011"/>
                    <a:pt x="391904" y="147499"/>
                  </a:cubicBezTo>
                  <a:cubicBezTo>
                    <a:pt x="377368" y="152407"/>
                    <a:pt x="363210" y="158134"/>
                    <a:pt x="349555" y="164615"/>
                  </a:cubicBezTo>
                  <a:cubicBezTo>
                    <a:pt x="328727" y="174494"/>
                    <a:pt x="303934" y="169838"/>
                    <a:pt x="287636" y="153540"/>
                  </a:cubicBezTo>
                  <a:lnTo>
                    <a:pt x="259382" y="125286"/>
                  </a:lnTo>
                  <a:cubicBezTo>
                    <a:pt x="237861" y="103765"/>
                    <a:pt x="203000" y="103765"/>
                    <a:pt x="181479" y="125286"/>
                  </a:cubicBezTo>
                  <a:lnTo>
                    <a:pt x="125223" y="181542"/>
                  </a:lnTo>
                  <a:cubicBezTo>
                    <a:pt x="103702" y="203063"/>
                    <a:pt x="103702" y="237924"/>
                    <a:pt x="125223" y="259445"/>
                  </a:cubicBezTo>
                  <a:lnTo>
                    <a:pt x="152785" y="287006"/>
                  </a:lnTo>
                  <a:cubicBezTo>
                    <a:pt x="169146" y="303367"/>
                    <a:pt x="173802" y="328349"/>
                    <a:pt x="163734" y="349240"/>
                  </a:cubicBezTo>
                  <a:cubicBezTo>
                    <a:pt x="157001" y="363147"/>
                    <a:pt x="151149" y="377557"/>
                    <a:pt x="146052" y="392345"/>
                  </a:cubicBezTo>
                  <a:cubicBezTo>
                    <a:pt x="138501" y="414369"/>
                    <a:pt x="117483" y="428905"/>
                    <a:pt x="94201" y="428905"/>
                  </a:cubicBezTo>
                  <a:lnTo>
                    <a:pt x="55060" y="428905"/>
                  </a:lnTo>
                  <a:cubicBezTo>
                    <a:pt x="24667" y="428905"/>
                    <a:pt x="0" y="453572"/>
                    <a:pt x="0" y="483965"/>
                  </a:cubicBezTo>
                  <a:lnTo>
                    <a:pt x="0" y="563504"/>
                  </a:lnTo>
                  <a:cubicBezTo>
                    <a:pt x="0" y="593898"/>
                    <a:pt x="24667" y="618565"/>
                    <a:pt x="55060" y="618565"/>
                  </a:cubicBezTo>
                  <a:lnTo>
                    <a:pt x="96781" y="618565"/>
                  </a:lnTo>
                  <a:cubicBezTo>
                    <a:pt x="119686" y="618565"/>
                    <a:pt x="140451" y="632597"/>
                    <a:pt x="148254" y="654118"/>
                  </a:cubicBezTo>
                  <a:cubicBezTo>
                    <a:pt x="153351" y="668088"/>
                    <a:pt x="159203" y="681680"/>
                    <a:pt x="165748" y="694894"/>
                  </a:cubicBezTo>
                  <a:cubicBezTo>
                    <a:pt x="176256" y="715974"/>
                    <a:pt x="171851" y="741397"/>
                    <a:pt x="155239" y="758009"/>
                  </a:cubicBezTo>
                  <a:lnTo>
                    <a:pt x="125223" y="788025"/>
                  </a:lnTo>
                  <a:cubicBezTo>
                    <a:pt x="103702" y="809546"/>
                    <a:pt x="103702" y="844407"/>
                    <a:pt x="125223" y="865928"/>
                  </a:cubicBezTo>
                  <a:lnTo>
                    <a:pt x="181479" y="922184"/>
                  </a:lnTo>
                  <a:cubicBezTo>
                    <a:pt x="203000" y="943704"/>
                    <a:pt x="237861" y="943704"/>
                    <a:pt x="259382" y="922184"/>
                  </a:cubicBezTo>
                  <a:lnTo>
                    <a:pt x="292733" y="888833"/>
                  </a:lnTo>
                  <a:cubicBezTo>
                    <a:pt x="309219" y="872346"/>
                    <a:pt x="334075" y="868382"/>
                    <a:pt x="355218" y="878072"/>
                  </a:cubicBezTo>
                  <a:cubicBezTo>
                    <a:pt x="366923" y="883421"/>
                    <a:pt x="378879" y="888140"/>
                    <a:pt x="391149" y="892357"/>
                  </a:cubicBezTo>
                  <a:cubicBezTo>
                    <a:pt x="413425" y="899971"/>
                    <a:pt x="428779" y="920422"/>
                    <a:pt x="428779" y="943956"/>
                  </a:cubicBezTo>
                  <a:lnTo>
                    <a:pt x="428779" y="992409"/>
                  </a:lnTo>
                  <a:cubicBezTo>
                    <a:pt x="428779" y="1022803"/>
                    <a:pt x="453446" y="1047470"/>
                    <a:pt x="483840" y="1047470"/>
                  </a:cubicBezTo>
                  <a:lnTo>
                    <a:pt x="563378" y="1047470"/>
                  </a:lnTo>
                  <a:cubicBezTo>
                    <a:pt x="593772" y="1047470"/>
                    <a:pt x="618439" y="1022803"/>
                    <a:pt x="618439" y="992409"/>
                  </a:cubicBezTo>
                  <a:lnTo>
                    <a:pt x="618439" y="939992"/>
                  </a:lnTo>
                  <a:cubicBezTo>
                    <a:pt x="618439" y="917024"/>
                    <a:pt x="633038" y="896887"/>
                    <a:pt x="654621" y="888896"/>
                  </a:cubicBezTo>
                  <a:cubicBezTo>
                    <a:pt x="666326" y="884554"/>
                    <a:pt x="677715" y="879708"/>
                    <a:pt x="688853" y="874360"/>
                  </a:cubicBezTo>
                  <a:cubicBezTo>
                    <a:pt x="709682" y="864291"/>
                    <a:pt x="734663" y="869011"/>
                    <a:pt x="751024" y="885372"/>
                  </a:cubicBezTo>
                  <a:lnTo>
                    <a:pt x="787899" y="922247"/>
                  </a:lnTo>
                  <a:cubicBezTo>
                    <a:pt x="809420" y="943767"/>
                    <a:pt x="844281" y="943767"/>
                    <a:pt x="865802" y="922247"/>
                  </a:cubicBezTo>
                  <a:lnTo>
                    <a:pt x="922058" y="865990"/>
                  </a:lnTo>
                  <a:cubicBezTo>
                    <a:pt x="943578" y="844470"/>
                    <a:pt x="943578" y="809609"/>
                    <a:pt x="922058" y="788088"/>
                  </a:cubicBezTo>
                  <a:lnTo>
                    <a:pt x="884428" y="750458"/>
                  </a:lnTo>
                  <a:cubicBezTo>
                    <a:pt x="868130" y="734160"/>
                    <a:pt x="863410" y="709367"/>
                    <a:pt x="873290" y="688602"/>
                  </a:cubicBezTo>
                  <a:cubicBezTo>
                    <a:pt x="878576" y="677526"/>
                    <a:pt x="883295" y="666200"/>
                    <a:pt x="887511" y="654621"/>
                  </a:cubicBezTo>
                  <a:cubicBezTo>
                    <a:pt x="895440" y="632849"/>
                    <a:pt x="916583" y="618628"/>
                    <a:pt x="939803" y="618628"/>
                  </a:cubicBezTo>
                  <a:lnTo>
                    <a:pt x="992158" y="618628"/>
                  </a:lnTo>
                  <a:cubicBezTo>
                    <a:pt x="1022551" y="618628"/>
                    <a:pt x="1047218" y="593960"/>
                    <a:pt x="1047218" y="563567"/>
                  </a:cubicBezTo>
                  <a:close/>
                </a:path>
              </a:pathLst>
            </a:custGeom>
            <a:solidFill>
              <a:srgbClr val="FFD85C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6" name="자유형: 도형 45">
              <a:extLst>
                <a:ext uri="{FF2B5EF4-FFF2-40B4-BE49-F238E27FC236}">
                  <a16:creationId xmlns:a16="http://schemas.microsoft.com/office/drawing/2014/main" id="{4CF8A4C2-E2E9-4801-D878-CC415D2530BD}"/>
                </a:ext>
              </a:extLst>
            </p:cNvPr>
            <p:cNvSpPr/>
            <p:nvPr/>
          </p:nvSpPr>
          <p:spPr>
            <a:xfrm>
              <a:off x="575650" y="2048162"/>
              <a:ext cx="397819" cy="397819"/>
            </a:xfrm>
            <a:custGeom>
              <a:avLst/>
              <a:gdLst>
                <a:gd name="connsiteX0" fmla="*/ 397819 w 397819"/>
                <a:gd name="connsiteY0" fmla="*/ 198910 h 397819"/>
                <a:gd name="connsiteX1" fmla="*/ 198910 w 397819"/>
                <a:gd name="connsiteY1" fmla="*/ 397819 h 397819"/>
                <a:gd name="connsiteX2" fmla="*/ 0 w 397819"/>
                <a:gd name="connsiteY2" fmla="*/ 198910 h 397819"/>
                <a:gd name="connsiteX3" fmla="*/ 198910 w 397819"/>
                <a:gd name="connsiteY3" fmla="*/ 0 h 397819"/>
                <a:gd name="connsiteX4" fmla="*/ 397819 w 397819"/>
                <a:gd name="connsiteY4" fmla="*/ 198910 h 39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7819" h="397819">
                  <a:moveTo>
                    <a:pt x="397819" y="198910"/>
                  </a:moveTo>
                  <a:cubicBezTo>
                    <a:pt x="397819" y="308779"/>
                    <a:pt x="308779" y="397819"/>
                    <a:pt x="198910" y="397819"/>
                  </a:cubicBezTo>
                  <a:cubicBezTo>
                    <a:pt x="89041" y="397819"/>
                    <a:pt x="0" y="308779"/>
                    <a:pt x="0" y="198910"/>
                  </a:cubicBezTo>
                  <a:cubicBezTo>
                    <a:pt x="0" y="89041"/>
                    <a:pt x="89041" y="0"/>
                    <a:pt x="198910" y="0"/>
                  </a:cubicBezTo>
                  <a:cubicBezTo>
                    <a:pt x="308779" y="0"/>
                    <a:pt x="397819" y="89041"/>
                    <a:pt x="397819" y="198910"/>
                  </a:cubicBezTo>
                  <a:close/>
                </a:path>
              </a:pathLst>
            </a:custGeom>
            <a:solidFill>
              <a:srgbClr val="3378C8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1" name="그래픽 80">
            <a:extLst>
              <a:ext uri="{FF2B5EF4-FFF2-40B4-BE49-F238E27FC236}">
                <a16:creationId xmlns:a16="http://schemas.microsoft.com/office/drawing/2014/main" id="{EB909586-6D08-0A01-846F-B0B934F70FD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=""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28896" y="5508981"/>
            <a:ext cx="335776" cy="335776"/>
          </a:xfrm>
          <a:prstGeom prst="rect">
            <a:avLst/>
          </a:prstGeom>
        </p:spPr>
      </p:pic>
      <p:pic>
        <p:nvPicPr>
          <p:cNvPr id="85" name="그래픽 84">
            <a:extLst>
              <a:ext uri="{FF2B5EF4-FFF2-40B4-BE49-F238E27FC236}">
                <a16:creationId xmlns:a16="http://schemas.microsoft.com/office/drawing/2014/main" id="{5B98B6AA-191E-3F47-C5A2-7437B866088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=""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19990" y="5818556"/>
            <a:ext cx="321625" cy="321625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7E940EE-9ABE-2A3B-7544-82A403E19450}"/>
              </a:ext>
            </a:extLst>
          </p:cNvPr>
          <p:cNvGrpSpPr/>
          <p:nvPr/>
        </p:nvGrpSpPr>
        <p:grpSpPr>
          <a:xfrm>
            <a:off x="6747213" y="3882051"/>
            <a:ext cx="5236249" cy="1641298"/>
            <a:chOff x="6768048" y="3882051"/>
            <a:chExt cx="5236249" cy="1641298"/>
          </a:xfrm>
        </p:grpSpPr>
        <p:pic>
          <p:nvPicPr>
            <p:cNvPr id="91" name="그래픽 90">
              <a:extLst>
                <a:ext uri="{FF2B5EF4-FFF2-40B4-BE49-F238E27FC236}">
                  <a16:creationId xmlns:a16="http://schemas.microsoft.com/office/drawing/2014/main" id="{A8FD9C56-2157-5E5A-A440-580466384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=""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 flipV="1">
              <a:off x="6768048" y="3882051"/>
              <a:ext cx="1663769" cy="704998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FFA678B-2EB1-169D-6EE4-F587EF397234}"/>
                </a:ext>
              </a:extLst>
            </p:cNvPr>
            <p:cNvSpPr txBox="1"/>
            <p:nvPr/>
          </p:nvSpPr>
          <p:spPr>
            <a:xfrm>
              <a:off x="6831823" y="4028125"/>
              <a:ext cx="5158567" cy="956159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TEAM 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/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 </a:t>
              </a:r>
              <a:r>
                <a:rPr lang="ko-KR" altLang="en-US" sz="24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weld-made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en-US" altLang="ko-KR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/>
              </a:r>
              <a:r>
                <a:rPr lang="ko-KR" altLang="en-US" sz="24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/>
              </a:r>
              <a:r>
                <a:rPr lang="en-US" altLang="ko-KR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/>
              </a:r>
            </a:p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박병후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김학민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남현지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정의석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/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/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065ADEEF-A1EB-4A5E-B31D-2DD09939039D}"/>
                </a:ext>
              </a:extLst>
            </p:cNvPr>
            <p:cNvSpPr txBox="1"/>
            <p:nvPr/>
          </p:nvSpPr>
          <p:spPr>
            <a:xfrm>
              <a:off x="6845730" y="5121188"/>
              <a:ext cx="5158567" cy="402161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[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멘토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]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이일주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72801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706</Words>
  <Application>Microsoft Office PowerPoint</Application>
  <PresentationFormat>와이드스크린</PresentationFormat>
  <Paragraphs>168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2" baseType="lpstr">
      <vt:lpstr>Pretendard SemiBold</vt:lpstr>
      <vt:lpstr>굴림체</vt:lpstr>
      <vt:lpstr>맑은 고딕</vt:lpstr>
      <vt:lpstr>맑은 고딕 Semilight</vt:lpstr>
      <vt:lpstr>세방고딕 Bold</vt:lpstr>
      <vt:lpstr>세방고딕 Regular</vt:lpstr>
      <vt:lpstr>휴먼둥근헤드라인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김준영</dc:creator>
  <cp:lastModifiedBy>User</cp:lastModifiedBy>
  <cp:revision>24</cp:revision>
  <dcterms:created xsi:type="dcterms:W3CDTF">2023-12-20T03:00:25Z</dcterms:created>
  <dcterms:modified xsi:type="dcterms:W3CDTF">2025-05-13T06:58:10Z</dcterms:modified>
</cp:coreProperties>
</file>