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4"/>
    <p:sldId id="291" r:id="rId5"/>
    <p:sldId id="294" r:id="rId6"/>
    <p:sldId id="333" r:id="rId7"/>
    <p:sldId id="295" r:id="rId8"/>
    <p:sldId id="337" r:id="rId9"/>
    <p:sldId id="338" r:id="rId10"/>
    <p:sldId id="339" r:id="rId11"/>
    <p:sldId id="340" r:id="rId12"/>
    <p:sldId id="30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696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47.svg"/><Relationship Id="rId3" Type="http://schemas.openxmlformats.org/officeDocument/2006/relationships/image" Target="../media/image32.svg"/><Relationship Id="rId12" Type="http://schemas.openxmlformats.org/officeDocument/2006/relationships/image" Target="../media/image41.svg"/><Relationship Id="rId17" Type="http://schemas.openxmlformats.org/officeDocument/2006/relationships/image" Target="../media/image23.png"/><Relationship Id="rId2" Type="http://schemas.openxmlformats.org/officeDocument/2006/relationships/image" Target="../media/image17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0.png"/><Relationship Id="rId5" Type="http://schemas.openxmlformats.org/officeDocument/2006/relationships/image" Target="../media/image34.svg"/><Relationship Id="rId15" Type="http://schemas.openxmlformats.org/officeDocument/2006/relationships/image" Target="../media/image22.png"/><Relationship Id="rId10" Type="http://schemas.openxmlformats.org/officeDocument/2006/relationships/image" Target="../media/image39.svg"/><Relationship Id="rId4" Type="http://schemas.openxmlformats.org/officeDocument/2006/relationships/image" Target="../media/image18.png"/><Relationship Id="rId14" Type="http://schemas.openxmlformats.org/officeDocument/2006/relationships/image" Target="../media/image4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7.svg"/><Relationship Id="rId18" Type="http://schemas.openxmlformats.org/officeDocument/2006/relationships/image" Target="../media/image7.png"/><Relationship Id="rId3" Type="http://schemas.openxmlformats.org/officeDocument/2006/relationships/image" Target="../media/image32.svg"/><Relationship Id="rId21" Type="http://schemas.openxmlformats.org/officeDocument/2006/relationships/image" Target="../media/image59.svg"/><Relationship Id="rId7" Type="http://schemas.openxmlformats.org/officeDocument/2006/relationships/image" Target="../media/image51.svg"/><Relationship Id="rId12" Type="http://schemas.openxmlformats.org/officeDocument/2006/relationships/image" Target="../media/image28.png"/><Relationship Id="rId17" Type="http://schemas.openxmlformats.org/officeDocument/2006/relationships/image" Target="../media/image11.svg"/><Relationship Id="rId2" Type="http://schemas.openxmlformats.org/officeDocument/2006/relationships/image" Target="../media/image17.png"/><Relationship Id="rId16" Type="http://schemas.openxmlformats.org/officeDocument/2006/relationships/image" Target="../media/image6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9.svg"/><Relationship Id="rId10" Type="http://schemas.openxmlformats.org/officeDocument/2006/relationships/image" Target="../media/image27.png"/><Relationship Id="rId19" Type="http://schemas.openxmlformats.org/officeDocument/2006/relationships/image" Target="../media/image13.svg"/><Relationship Id="rId4" Type="http://schemas.openxmlformats.org/officeDocument/2006/relationships/image" Target="../media/image24.png"/><Relationship Id="rId9" Type="http://schemas.openxmlformats.org/officeDocument/2006/relationships/image" Target="../media/image53.sv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36.png"/><Relationship Id="rId18" Type="http://schemas.openxmlformats.org/officeDocument/2006/relationships/image" Target="../media/image32.svg"/><Relationship Id="rId3" Type="http://schemas.openxmlformats.org/officeDocument/2006/relationships/image" Target="../media/image61.svg"/><Relationship Id="rId7" Type="http://schemas.openxmlformats.org/officeDocument/2006/relationships/image" Target="../media/image33.png"/><Relationship Id="rId12" Type="http://schemas.openxmlformats.org/officeDocument/2006/relationships/image" Target="../media/image70.svg"/><Relationship Id="rId17" Type="http://schemas.openxmlformats.org/officeDocument/2006/relationships/image" Target="../media/image17.png"/><Relationship Id="rId2" Type="http://schemas.openxmlformats.org/officeDocument/2006/relationships/image" Target="../media/image30.png"/><Relationship Id="rId16" Type="http://schemas.openxmlformats.org/officeDocument/2006/relationships/image" Target="../media/image74.svg"/><Relationship Id="rId20" Type="http://schemas.openxmlformats.org/officeDocument/2006/relationships/image" Target="../media/image7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5" Type="http://schemas.openxmlformats.org/officeDocument/2006/relationships/image" Target="../media/image37.png"/><Relationship Id="rId10" Type="http://schemas.openxmlformats.org/officeDocument/2006/relationships/image" Target="../media/image68.svg"/><Relationship Id="rId19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7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42.png"/><Relationship Id="rId18" Type="http://schemas.openxmlformats.org/officeDocument/2006/relationships/image" Target="../media/image89.svg"/><Relationship Id="rId3" Type="http://schemas.openxmlformats.org/officeDocument/2006/relationships/image" Target="../media/image61.svg"/><Relationship Id="rId21" Type="http://schemas.openxmlformats.org/officeDocument/2006/relationships/image" Target="../media/image46.png"/><Relationship Id="rId7" Type="http://schemas.openxmlformats.org/officeDocument/2006/relationships/image" Target="../media/image39.png"/><Relationship Id="rId12" Type="http://schemas.openxmlformats.org/officeDocument/2006/relationships/image" Target="../media/image83.svg"/><Relationship Id="rId17" Type="http://schemas.openxmlformats.org/officeDocument/2006/relationships/image" Target="../media/image44.png"/><Relationship Id="rId2" Type="http://schemas.openxmlformats.org/officeDocument/2006/relationships/image" Target="../media/image30.png"/><Relationship Id="rId16" Type="http://schemas.openxmlformats.org/officeDocument/2006/relationships/image" Target="../media/image87.svg"/><Relationship Id="rId20" Type="http://schemas.openxmlformats.org/officeDocument/2006/relationships/image" Target="../media/image91.svg"/><Relationship Id="rId29" Type="http://schemas.openxmlformats.org/officeDocument/2006/relationships/image" Target="../media/image9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41.png"/><Relationship Id="rId5" Type="http://schemas.openxmlformats.org/officeDocument/2006/relationships/image" Target="../media/image32.png"/><Relationship Id="rId15" Type="http://schemas.openxmlformats.org/officeDocument/2006/relationships/image" Target="../media/image43.png"/><Relationship Id="rId23" Type="http://schemas.openxmlformats.org/officeDocument/2006/relationships/image" Target="../media/image33.png"/><Relationship Id="rId28" Type="http://schemas.openxmlformats.org/officeDocument/2006/relationships/image" Target="../media/image47.png"/><Relationship Id="rId10" Type="http://schemas.openxmlformats.org/officeDocument/2006/relationships/image" Target="../media/image81.sv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40.png"/><Relationship Id="rId14" Type="http://schemas.openxmlformats.org/officeDocument/2006/relationships/image" Target="../media/image85.svg"/><Relationship Id="rId22" Type="http://schemas.openxmlformats.org/officeDocument/2006/relationships/image" Target="../media/image93.svg"/><Relationship Id="rId27" Type="http://schemas.openxmlformats.org/officeDocument/2006/relationships/image" Target="../media/image6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00.svg"/><Relationship Id="rId3" Type="http://schemas.openxmlformats.org/officeDocument/2006/relationships/image" Target="../media/image61.svg"/><Relationship Id="rId7" Type="http://schemas.openxmlformats.org/officeDocument/2006/relationships/image" Target="../media/image98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97.svg"/><Relationship Id="rId15" Type="http://schemas.openxmlformats.org/officeDocument/2006/relationships/image" Target="../media/image102.svg"/><Relationship Id="rId4" Type="http://schemas.openxmlformats.org/officeDocument/2006/relationships/image" Target="../media/image48.png"/><Relationship Id="rId9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1.svg"/><Relationship Id="rId7" Type="http://schemas.openxmlformats.org/officeDocument/2006/relationships/image" Target="../media/image5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1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61.svg"/><Relationship Id="rId7" Type="http://schemas.openxmlformats.org/officeDocument/2006/relationships/image" Target="../media/image12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120.svg"/><Relationship Id="rId10" Type="http://schemas.openxmlformats.org/officeDocument/2006/relationships/image" Target="../media/image124.svg"/><Relationship Id="rId4" Type="http://schemas.openxmlformats.org/officeDocument/2006/relationships/image" Target="../media/image60.png"/><Relationship Id="rId9" Type="http://schemas.openxmlformats.org/officeDocument/2006/relationships/image" Target="../media/image62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4061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두산로보틱스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지능형 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로보틱스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엔지니어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접촉 탐색으로 용접선을 찾아 용접하는 협동로봇 시스템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weld-made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박병후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김학민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남현지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정의석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이일주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728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 smtClean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 smtClean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706</Words>
  <Application>Microsoft Office PowerPoint</Application>
  <PresentationFormat>와이드스크린</PresentationFormat>
  <Paragraphs>168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Pretendard SemiBold</vt:lpstr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User</cp:lastModifiedBy>
  <cp:revision>24</cp:revision>
  <dcterms:created xsi:type="dcterms:W3CDTF">2023-12-20T03:00:25Z</dcterms:created>
  <dcterms:modified xsi:type="dcterms:W3CDTF">2025-05-13T06:58:10Z</dcterms:modified>
</cp:coreProperties>
</file>